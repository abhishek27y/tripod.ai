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3840480" cy="3840480"/>
          </a:xfrm>
          <a:prstGeom prst="ellipse">
            <a:avLst/>
          </a:prstGeom>
          <a:solidFill>
            <a:srgbClr val="7A0000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1737360" cy="1737360"/>
          </a:xfrm>
          <a:prstGeom prst="ellipse">
            <a:avLst/>
          </a:prstGeom>
          <a:solidFill>
            <a:srgbClr val="CC1515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0"/>
            <a:ext cx="64008" cy="5143500"/>
          </a:xfrm>
          <a:prstGeom prst="rect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0496" y="0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0496" y="658368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0496" y="1316736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0496" y="1975104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0496" y="2633472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0496" y="3291840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0496" y="3950208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0496" y="4608576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64008" cy="5143500"/>
          </a:xfrm>
          <a:prstGeom prst="rect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41664" y="0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41664" y="658368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41664" y="1316736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41664" y="1975104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41664" y="2633472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41664" y="3291840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41664" y="3950208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41664" y="4608576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97696" y="0"/>
            <a:ext cx="64008" cy="5143500"/>
          </a:xfrm>
          <a:prstGeom prst="rect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42832" y="0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42832" y="658368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42832" y="1316736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42832" y="1975104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42832" y="2633472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42832" y="3291840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42832" y="3950208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42832" y="4608576"/>
            <a:ext cx="173736" cy="64008"/>
          </a:xfrm>
          <a:prstGeom prst="ellipse">
            <a:avLst/>
          </a:prstGeom>
          <a:solidFill>
            <a:srgbClr val="1A3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137160" y="-109728"/>
            <a:ext cx="914400" cy="594360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-45720"/>
            <a:ext cx="804672" cy="530352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-109728"/>
            <a:ext cx="731520" cy="475488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" y="182880"/>
            <a:ext cx="749808" cy="502920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146304"/>
            <a:ext cx="658368" cy="438912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968" y="54864"/>
            <a:ext cx="621792" cy="402336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-164592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52144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91056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29968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68880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7792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46704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85616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24528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02352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41264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0176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19088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96912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35824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74736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13648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52560" y="4718304"/>
            <a:ext cx="502920" cy="228600"/>
          </a:xfrm>
          <a:prstGeom prst="ellipse">
            <a:avLst/>
          </a:prstGeom>
          <a:solidFill>
            <a:srgbClr val="88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483717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CodeRonin  ·  Ahouba 3.0  ·  IIIT Manipur  ·  100% Free Stack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47472" y="594360"/>
            <a:ext cx="45720" cy="4069080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6012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C1515"/>
                </a:solidFill>
              </a:rPr>
              <a:t>TECH STACK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02920" y="6217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Free. Fully Local.</a:t>
            </a:r>
            <a:endParaRPr lang="en-US" sz="3400" dirty="0"/>
          </a:p>
        </p:txBody>
      </p:sp>
      <p:sp>
        <p:nvSpPr>
          <p:cNvPr id="67" name="Text 65"/>
          <p:cNvSpPr/>
          <p:nvPr/>
        </p:nvSpPr>
        <p:spPr>
          <a:xfrm>
            <a:off x="502920" y="11887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AAAA"/>
                </a:solidFill>
              </a:rPr>
              <a:t>Entire pipeline runs on a laptop — zero cost, zero billing surprises during the hackathon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02920" y="1481328"/>
            <a:ext cx="8046720" cy="0"/>
          </a:xfrm>
          <a:prstGeom prst="line">
            <a:avLst/>
          </a:prstGeom>
          <a:noFill/>
          <a:ln w="6350">
            <a:solidFill>
              <a:srgbClr val="CC1515">
                <a:alpha val="4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8912" y="1572768"/>
            <a:ext cx="1920240" cy="749808"/>
          </a:xfrm>
          <a:prstGeom prst="rect">
            <a:avLst/>
          </a:prstGeom>
          <a:solidFill>
            <a:srgbClr val="00C4E0">
              <a:alpha val="12000"/>
            </a:srgbClr>
          </a:solidFill>
          <a:ln w="10160">
            <a:solidFill>
              <a:srgbClr val="00C4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8912" y="1572768"/>
            <a:ext cx="45720" cy="749808"/>
          </a:xfrm>
          <a:prstGeom prst="rect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16642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OpenAI Whisper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48640" y="19568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Speech → Text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700784" y="1920240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00C4E0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00784" y="192024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Local · MIT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487168" y="1572768"/>
            <a:ext cx="1920240" cy="749808"/>
          </a:xfrm>
          <a:prstGeom prst="rect">
            <a:avLst/>
          </a:prstGeom>
          <a:solidFill>
            <a:srgbClr val="F0A020">
              <a:alpha val="12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487168" y="1572768"/>
            <a:ext cx="45720" cy="749808"/>
          </a:xfrm>
          <a:prstGeom prst="rect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96896" y="16642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YOLO-World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596896" y="19568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Open-Vocab Detection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749040" y="1920240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F0A020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49040" y="192024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Local · AGPL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535424" y="1572768"/>
            <a:ext cx="1920240" cy="749808"/>
          </a:xfrm>
          <a:prstGeom prst="rect">
            <a:avLst/>
          </a:prstGeom>
          <a:solidFill>
            <a:srgbClr val="3498DB">
              <a:alpha val="12000"/>
            </a:srgbClr>
          </a:solidFill>
          <a:ln w="10160">
            <a:solidFill>
              <a:srgbClr val="3498D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35424" y="1572768"/>
            <a:ext cx="45720" cy="749808"/>
          </a:xfrm>
          <a:prstGeom prst="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45152" y="16642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MiDaS (Intel)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19568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Depth Estimation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797296" y="1920240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3498DB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97296" y="192024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Local · MIT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583680" y="1572768"/>
            <a:ext cx="2057400" cy="749808"/>
          </a:xfrm>
          <a:prstGeom prst="rect">
            <a:avLst/>
          </a:prstGeom>
          <a:solidFill>
            <a:srgbClr val="CC1515">
              <a:alpha val="12000"/>
            </a:srgbClr>
          </a:solidFill>
          <a:ln w="10160">
            <a:solidFill>
              <a:srgbClr val="CC151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583680" y="1572768"/>
            <a:ext cx="45720" cy="749808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693408" y="1664208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Groq API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693408" y="19568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LLM Agent Brain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982712" y="1920240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CC1515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982712" y="192024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 Tier · Cloud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38912" y="2423160"/>
            <a:ext cx="1920240" cy="749808"/>
          </a:xfrm>
          <a:prstGeom prst="rect">
            <a:avLst/>
          </a:prstGeom>
          <a:solidFill>
            <a:srgbClr val="2ECC71">
              <a:alpha val="12000"/>
            </a:srgbClr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38912" y="2423160"/>
            <a:ext cx="45720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8640" y="251460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pyttsx3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548640" y="2807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Text → Speech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700784" y="2770632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2ECC71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700784" y="2770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Offline · MIT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2487168" y="2423160"/>
            <a:ext cx="1920240" cy="749808"/>
          </a:xfrm>
          <a:prstGeom prst="rect">
            <a:avLst/>
          </a:prstGeom>
          <a:solidFill>
            <a:srgbClr val="9B59B6">
              <a:alpha val="12000"/>
            </a:srgbClr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487168" y="2423160"/>
            <a:ext cx="45720" cy="749808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596896" y="251460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Flask + Socket.IO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2596896" y="2807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Web Server + HUD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749040" y="2770632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9B59B6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749040" y="2770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Local · MIT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535424" y="2423160"/>
            <a:ext cx="1920240" cy="749808"/>
          </a:xfrm>
          <a:prstGeom prst="rect">
            <a:avLst/>
          </a:prstGeom>
          <a:solidFill>
            <a:srgbClr val="F0A020">
              <a:alpha val="12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535424" y="2423160"/>
            <a:ext cx="45720" cy="749808"/>
          </a:xfrm>
          <a:prstGeom prst="rect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45152" y="251460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NumPy / SciPy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645152" y="2807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Kalman · A* · Math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5797296" y="2770632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F0A020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797296" y="2770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Local · BSD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6583680" y="2423160"/>
            <a:ext cx="2057400" cy="749808"/>
          </a:xfrm>
          <a:prstGeom prst="rect">
            <a:avLst/>
          </a:prstGeom>
          <a:solidFill>
            <a:srgbClr val="00C4E0">
              <a:alpha val="12000"/>
            </a:srgbClr>
          </a:solidFill>
          <a:ln w="10160">
            <a:solidFill>
              <a:srgbClr val="00C4E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583680" y="2423160"/>
            <a:ext cx="45720" cy="749808"/>
          </a:xfrm>
          <a:prstGeom prst="rect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693408" y="251460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OpenCV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6693408" y="28072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Camera Capture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982712" y="2770632"/>
            <a:ext cx="621792" cy="219456"/>
          </a:xfrm>
          <a:prstGeom prst="roundRect">
            <a:avLst>
              <a:gd name="adj" fmla="val 25000"/>
            </a:avLst>
          </a:prstGeom>
          <a:solidFill>
            <a:srgbClr val="00C4E0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82712" y="2770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Local · Apache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438912" y="32918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C1515"/>
                </a:solidFill>
              </a:rPr>
              <a:t>HOW IT ALL CONNECTS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411480" y="3566160"/>
            <a:ext cx="1078992" cy="566928"/>
          </a:xfrm>
          <a:prstGeom prst="rect">
            <a:avLst/>
          </a:prstGeom>
          <a:solidFill>
            <a:srgbClr val="00C4E0">
              <a:alpha val="16000"/>
            </a:srgbClr>
          </a:solidFill>
          <a:ln w="10160">
            <a:solidFill>
              <a:srgbClr val="00C4E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1480" y="3566160"/>
            <a:ext cx="1078992" cy="36576"/>
          </a:xfrm>
          <a:prstGeom prst="rect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57200" y="36301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Voice In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457200" y="389534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4E0"/>
                </a:solidFill>
              </a:rPr>
              <a:t>Whisper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1499616" y="3849624"/>
            <a:ext cx="10058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581912" y="3803904"/>
            <a:ext cx="54864" cy="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581912" y="3895344"/>
            <a:ext cx="54864" cy="-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572768" y="3566160"/>
            <a:ext cx="1078992" cy="566928"/>
          </a:xfrm>
          <a:prstGeom prst="rect">
            <a:avLst/>
          </a:prstGeom>
          <a:solidFill>
            <a:srgbClr val="CC1515">
              <a:alpha val="16000"/>
            </a:srgbClr>
          </a:solidFill>
          <a:ln w="10160">
            <a:solidFill>
              <a:srgbClr val="CC151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572768" y="3566160"/>
            <a:ext cx="1078992" cy="36576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618488" y="36301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LLM Agent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1618488" y="389534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1515"/>
                </a:solidFill>
              </a:rPr>
              <a:t>Groq LLaMA 3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2660904" y="3849624"/>
            <a:ext cx="10058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743200" y="3803904"/>
            <a:ext cx="54864" cy="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743200" y="3895344"/>
            <a:ext cx="54864" cy="-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34056" y="3566160"/>
            <a:ext cx="1078992" cy="566928"/>
          </a:xfrm>
          <a:prstGeom prst="rect">
            <a:avLst/>
          </a:prstGeom>
          <a:solidFill>
            <a:srgbClr val="F0A020">
              <a:alpha val="16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734056" y="3566160"/>
            <a:ext cx="1078992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779776" y="36301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YOLO-World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2779776" y="389534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020"/>
                </a:solidFill>
              </a:rPr>
              <a:t>Detect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3822192" y="3849624"/>
            <a:ext cx="10058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904488" y="3803904"/>
            <a:ext cx="54864" cy="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904488" y="3895344"/>
            <a:ext cx="54864" cy="-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895344" y="3566160"/>
            <a:ext cx="1078992" cy="566928"/>
          </a:xfrm>
          <a:prstGeom prst="rect">
            <a:avLst/>
          </a:prstGeom>
          <a:solidFill>
            <a:srgbClr val="3498DB">
              <a:alpha val="16000"/>
            </a:srgbClr>
          </a:solidFill>
          <a:ln w="10160">
            <a:solidFill>
              <a:srgbClr val="3498D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895344" y="3566160"/>
            <a:ext cx="1078992" cy="36576"/>
          </a:xfrm>
          <a:prstGeom prst="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941064" y="36301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MiDaS</a:t>
            </a:r>
            <a:endParaRPr lang="en-US" sz="950" dirty="0"/>
          </a:p>
        </p:txBody>
      </p:sp>
      <p:sp>
        <p:nvSpPr>
          <p:cNvPr id="142" name="Text 140"/>
          <p:cNvSpPr/>
          <p:nvPr/>
        </p:nvSpPr>
        <p:spPr>
          <a:xfrm>
            <a:off x="3941064" y="389534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98DB"/>
                </a:solidFill>
              </a:rPr>
              <a:t>Depth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4983480" y="3849624"/>
            <a:ext cx="10058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65776" y="3803904"/>
            <a:ext cx="54864" cy="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65776" y="3895344"/>
            <a:ext cx="54864" cy="-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056632" y="3566160"/>
            <a:ext cx="1078992" cy="566928"/>
          </a:xfrm>
          <a:prstGeom prst="rect">
            <a:avLst/>
          </a:prstGeom>
          <a:solidFill>
            <a:srgbClr val="F0A020">
              <a:alpha val="16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056632" y="3566160"/>
            <a:ext cx="1078992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102352" y="36301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Quant Engine</a:t>
            </a:r>
            <a:endParaRPr lang="en-US" sz="950" dirty="0"/>
          </a:p>
        </p:txBody>
      </p:sp>
      <p:sp>
        <p:nvSpPr>
          <p:cNvPr id="149" name="Text 147"/>
          <p:cNvSpPr/>
          <p:nvPr/>
        </p:nvSpPr>
        <p:spPr>
          <a:xfrm>
            <a:off x="5102352" y="389534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020"/>
                </a:solidFill>
              </a:rPr>
              <a:t>Kalman+A*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6144768" y="3849624"/>
            <a:ext cx="10058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227064" y="3803904"/>
            <a:ext cx="54864" cy="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227064" y="3895344"/>
            <a:ext cx="54864" cy="-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217920" y="3566160"/>
            <a:ext cx="1078992" cy="566928"/>
          </a:xfrm>
          <a:prstGeom prst="rect">
            <a:avLst/>
          </a:prstGeom>
          <a:solidFill>
            <a:srgbClr val="2ECC71">
              <a:alpha val="16000"/>
            </a:srgbClr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217920" y="3566160"/>
            <a:ext cx="1078992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263640" y="36301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TTS Output</a:t>
            </a:r>
            <a:endParaRPr lang="en-US" sz="950" dirty="0"/>
          </a:p>
        </p:txBody>
      </p:sp>
      <p:sp>
        <p:nvSpPr>
          <p:cNvPr id="156" name="Text 154"/>
          <p:cNvSpPr/>
          <p:nvPr/>
        </p:nvSpPr>
        <p:spPr>
          <a:xfrm>
            <a:off x="6263640" y="389534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C71"/>
                </a:solidFill>
              </a:rPr>
              <a:t>pyttsx3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7306056" y="3849624"/>
            <a:ext cx="10058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388352" y="3803904"/>
            <a:ext cx="54864" cy="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388352" y="3895344"/>
            <a:ext cx="54864" cy="-4572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379208" y="3566160"/>
            <a:ext cx="1078992" cy="566928"/>
          </a:xfrm>
          <a:prstGeom prst="rect">
            <a:avLst/>
          </a:prstGeom>
          <a:solidFill>
            <a:srgbClr val="9B59B6">
              <a:alpha val="16000"/>
            </a:srgbClr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379208" y="3566160"/>
            <a:ext cx="1078992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424928" y="36301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Flask HUD</a:t>
            </a:r>
            <a:endParaRPr lang="en-US" sz="950" dirty="0"/>
          </a:p>
        </p:txBody>
      </p:sp>
      <p:sp>
        <p:nvSpPr>
          <p:cNvPr id="163" name="Text 161"/>
          <p:cNvSpPr/>
          <p:nvPr/>
        </p:nvSpPr>
        <p:spPr>
          <a:xfrm>
            <a:off x="7424928" y="389534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59B6"/>
                </a:solidFill>
              </a:rPr>
              <a:t>Socket.IO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8065008" y="3547872"/>
            <a:ext cx="594360" cy="594360"/>
          </a:xfrm>
          <a:prstGeom prst="ellipse">
            <a:avLst/>
          </a:prstGeom>
          <a:solidFill>
            <a:srgbClr val="CC1515">
              <a:alpha val="85000"/>
            </a:srgbClr>
          </a:solidFill>
          <a:ln w="19050">
            <a:solidFill>
              <a:srgbClr val="CC1515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065008" y="3547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2026-03-21T17:07:55Z</dcterms:created>
  <dcterms:modified xsi:type="dcterms:W3CDTF">2026-03-21T17:07:55Z</dcterms:modified>
</cp:coreProperties>
</file>